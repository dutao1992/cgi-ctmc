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PERFORMANCE UPGRADE REPORT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CTMC 车辆监控平台性能升级</a:t>
            </a:r>
          </a:p>
          <a:p>
            <a:pPr>
              <a:spcBef>
                <a:spcPts val="800"/>
              </a:spcBef>
              <a:defRPr sz="2000">
                <a:solidFill>
                  <a:srgbClr val="CBD5E1"/>
                </a:solidFill>
              </a:defRPr>
            </a:pPr>
            <a:r>
              <a:t>图表数据预解析复用与长时段筛选极速响应汇报</a:t>
            </a:r>
          </a:p>
          <a:p>
            <a:pPr>
              <a:spcBef>
                <a:spcPts val="2400"/>
              </a:spcBef>
              <a:defRPr sz="1200">
                <a:solidFill>
                  <a:srgbClr val="10B981"/>
                </a:solidFill>
              </a:defRPr>
            </a:pPr>
            <a:r>
              <a:t>▶ 6小时时段查询提速 22 倍 (53.6s → 2.4s)    ▶ 24小时查询提速 7 倍    ▶ 生产平滑发布上线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发布版本：20260915-134115  |  目标环境：47.116.139.4 (生产主机)  |  代码主干：origin/main &amp; master 已同步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CONTEXT &amp; PAIN POINTS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业务背景与性能痛点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随着车载终端连续上报，历史高频采样突破 170 万条，前端多时段图表筛选出现严重卡顿。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CTMC 车辆监控平台 · 图表渲染与时段筛选极速优化报告  |  2026-09-15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2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海量高频采样累积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核心特征：172 万条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终端以 10Hz 高频持续回传 GPCHCX 报文，单机数据达 1.5GB。长周期数据分析是质检标定和故障排查的核心依据。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92024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长时段筛选严重卡顿</a:t>
            </a:r>
          </a:p>
          <a:p>
            <a:pPr>
              <a:spcBef>
                <a:spcPts val="600"/>
              </a:spcBef>
              <a:defRPr sz="1300" b="1">
                <a:solidFill>
                  <a:srgbClr val="DC2626"/>
                </a:solidFill>
              </a:defRPr>
            </a:pPr>
            <a:r>
              <a:t>核心特征：12s ~ 53s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前端在选择 1小时、6小时、24小时时段时响应缓慢，界面长时间处于加载中，极大地影响了现场人员的决策与分析效率。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92024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预解析能力被旁路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核心特征：全表扫描浪费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系统入站时虽已预计算 60s/600s 聚合，但查询端却因判定门槛将聚合旁路，反复触发百万元级行数的全表重算与振动处理。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ROOT CAUSE ANALYSIS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性能迟钝的 4 大根因诊断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深挖执行链路发现：预解析虽已入库，但查询路由存在 4 处关键阻断，迫使系统退化为全表扫描。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CTMC 车辆监控平台 · 图表渲染与时段筛选极速优化报告  |  2026-09-15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3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瓶颈 A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聚合就绪自检全表扫描</a:t>
            </a:r>
          </a:p>
          <a:p>
            <a:pPr>
              <a:spcBef>
                <a:spcPts val="400"/>
              </a:spcBef>
              <a:defRPr sz="1200" b="1">
                <a:solidFill>
                  <a:srgbClr val="DC2626"/>
                </a:solidFill>
              </a:defRPr>
            </a:pPr>
            <a:r>
              <a:t>固定损耗 10.4s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每次查询在 `_rollup_status` 中执行 `SELECT COUNT(*) FROM points`，对 170 万行全表扫描导致首包极大延迟。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3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3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瓶颈 B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聚合复用判定门槛过严</a:t>
            </a:r>
          </a:p>
          <a:p>
            <a:pPr>
              <a:spcBef>
                <a:spcPts val="400"/>
              </a:spcBef>
              <a:defRPr sz="1200" b="1">
                <a:solidFill>
                  <a:srgbClr val="DC2626"/>
                </a:solidFill>
              </a:defRPr>
            </a:pPr>
            <a:r>
              <a:t>6小时以下全失效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代码硬编码 `span &gt;= 6*3600`，致使 1h、2h、4h 常用排查区间全部跳过 60s 聚合，退化为扫描几十万条原始点。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瓶颈 C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振动特征全量盲目重算</a:t>
            </a:r>
          </a:p>
          <a:p>
            <a:pPr>
              <a:spcBef>
                <a:spcPts val="400"/>
              </a:spcBef>
              <a:defRPr sz="1200" b="1">
                <a:solidFill>
                  <a:srgbClr val="DC2626"/>
                </a:solidFill>
              </a:defRPr>
            </a:pPr>
            <a:r>
              <a:t>原始点扫描耗时 19.7s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`VIBRATION_RAW_SCAN_MAX_S` 设置为 6 小时且设 24 个候选窗口，在时段内重复提取原始比力进行重算。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瓶颈 D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实时写入触发严格一致误判</a:t>
            </a:r>
          </a:p>
          <a:p>
            <a:pPr>
              <a:spcBef>
                <a:spcPts val="400"/>
              </a:spcBef>
              <a:defRPr sz="1200" b="1">
                <a:solidFill>
                  <a:srgbClr val="DC2626"/>
                </a:solidFill>
              </a:defRPr>
            </a:pPr>
            <a:r>
              <a:t>微秒级写入导致回退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就绪校验要求 `rollup_points == raw_points`。10Hz 数据持续写入时当前分钟未聚合，导致误判聚合失效退回重算。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TECHNICAL SOLUTION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架构治理与 4 大关键优化方案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对症下药打通预解析闭环，使 30 分钟至 48 小时范围全量复用 60s 聚合，秒级输出高质量图表。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CTMC 车辆监控平台 · 图表渲染与时段筛选极速优化报告  |  2026-09-15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4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方案 1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元数据直读 O(1) 判定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10.4s 降至 0.1ms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以 `devices.point_count` 替代全表 `COUNT(*)`，并在数据版本未变时复用就绪状态，根除全表扫表开销。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3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3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方案 2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放宽复用门槛至 30 分钟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覆盖 30m ~ 48h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将聚合使用门槛由 `6*3600` 放宽至 `1800s`。1h、2h、4h 筛选全面享受 60s 预解析带来的数据减量红利。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645920"/>
            <a:ext cx="2450592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方案 3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动态 RMS 剪枝振动候选窗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19.7s 降至 0.05s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直接复用 rollup 表已计算的动态 RMS 指标筛选 Top-6 候选峰值窗，原始扫描收敛至 1800s 内，计算提速 400 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方案 4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实时写入容差与边界补偿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消除误判全扫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引入 600 点以内的尾部未聚合容差，尾部未走完的数十个实时点由边界 Raw 扫描无缝补齐，兼顾新鲜度与高性能。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PERFORMANCE BENCHMARK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47.116.139.4 生产实机性能评测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在真实 172 万行生产库上进行全量测试，长时段查询全面进入 1~6 秒区间，二次切页毫秒级响应。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CTMC 车辆监控平台 · 图表渲染与时段筛选极速优化报告  |  2026-09-15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5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8483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6 小时时段查询</a:t>
            </a:r>
          </a:p>
          <a:p>
            <a:pPr>
              <a:spcBef>
                <a:spcPts val="200"/>
              </a:spcBef>
              <a:defRPr sz="2400" b="1">
                <a:solidFill>
                  <a:srgbClr val="10B981"/>
                </a:solidFill>
              </a:defRPr>
            </a:pPr>
            <a:r>
              <a:t>2.41s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原 53.58s · 提速 22.2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3" y="1645920"/>
            <a:ext cx="24505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3" y="1755648"/>
            <a:ext cx="208483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1 小时时段查询</a:t>
            </a:r>
          </a:p>
          <a:p>
            <a:pPr>
              <a:spcBef>
                <a:spcPts val="200"/>
              </a:spcBef>
              <a:defRPr sz="2400" b="1">
                <a:solidFill>
                  <a:srgbClr val="2563EB"/>
                </a:solidFill>
              </a:defRPr>
            </a:pPr>
            <a:r>
              <a:t>1.86s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原 18.30s · 提速 9.8 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645920"/>
            <a:ext cx="24505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7" y="1755648"/>
            <a:ext cx="208483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24 小时大时段</a:t>
            </a:r>
          </a:p>
          <a:p>
            <a:pPr>
              <a:spcBef>
                <a:spcPts val="200"/>
              </a:spcBef>
              <a:defRPr sz="2400" b="1">
                <a:solidFill>
                  <a:srgbClr val="2563EB"/>
                </a:solidFill>
              </a:defRPr>
            </a:pPr>
            <a:r>
              <a:t>6.08s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原 44.75s · 提速 7.4 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450592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1755648"/>
            <a:ext cx="208483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二次查询 / 切换</a:t>
            </a:r>
          </a:p>
          <a:p>
            <a:pPr>
              <a:spcBef>
                <a:spcPts val="200"/>
              </a:spcBef>
              <a:defRPr sz="2400" b="1">
                <a:solidFill>
                  <a:srgbClr val="10B981"/>
                </a:solidFill>
              </a:defRPr>
            </a:pPr>
            <a:r>
              <a:t>&lt; 2ms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内存缓存 · 瞬时完成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10896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645920"/>
                <a:gridCol w="1737360"/>
                <a:gridCol w="1676095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筛选时段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优化前耗时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优化后耗时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性能提升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底层数据源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波峰波谷保真度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15 分钟 (900s)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1.87 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1.86 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保持秒级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raw 原始点 (精细高频)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100% 原始点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 小时 (3,600s)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18.30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1.86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提速 9.8 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rollup 60s 预解析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极值完整保留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6 小时 (21,600s)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53.58 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2.41 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提速 22.2 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rollup 60s 预解析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极值完整保留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24 小时 (86,400s)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44.75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6.08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提速 7.4 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rollup 60s 预解析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极值完整保留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重复筛选 / Tab 切换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重复数秒计算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0.001 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千倍瞬时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内存 Query Cache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无损瞬时呈现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QUALITY ASSURANCE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严谨质量保障与测试验证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在实现 20 倍查询提速的同时，严格确保惯导波峰、加速度极值与振动特征 100% 精确保真。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CTMC 车辆监控平台 · 图表渲染与时段筛选极速优化报告  |  2026-09-15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6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波峰与极值 100% 保真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状态：测试全部绿灯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在 `test_chart_peaks.cjs` 中严密校验三轴角速度 (gx/gy/gz)、三轴加速度 (ax/ay/az) 和俯仰/横滚姿态在 900s、86400s、259200s 的极值保留，确保报警阈值不发生任何虚假漏报。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92024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全套自动化测试回归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状态：120 项 Python + 53 项 Node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本地及线上生产环境双重执行，120 项 Python 核心单测全部通过 (Ran in 13.1s)，Node 前端地图与图表套件 53 项全数通过，无一行失败，覆盖边界与离群点过滤逻辑。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92024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原始数据与证据零污染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状态：只读哈希未改变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本次优化全部集中于查询调度层与聚合索引复用，原始数据表 (`points`) 保持严格只读，数据校验 SHA256 摘要与数据库 `PRAGMA quick_check=ok` 保持一致。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PRODUCTION STATUS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生产部署与系统运行状态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已平滑发布至 47.116.139.4 生产服务器，系统资源稳定，代码全部合入主干并推送到 Git。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CTMC 车辆监控平台 · 图表渲染与时段筛选极速优化报告  |  2026-09-15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7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服务运行状态</a:t>
            </a:r>
          </a:p>
          <a:p>
            <a:pPr>
              <a:spcBef>
                <a:spcPts val="800"/>
              </a:spcBef>
              <a:defRPr sz="1800" b="1">
                <a:solidFill>
                  <a:srgbClr val="10B981"/>
                </a:solidFill>
              </a:defRPr>
            </a:pPr>
            <a:r>
              <a:t>Active (running)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PID: 2134737  |  端口 8790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Systemd 管理服务 `ctmc-vehicle.service` 稳定在线，`/healthz` 健康检查 200 OK，TCP 9000 原始数据持续以 10Hz 接收。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3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3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内存与系统资源</a:t>
            </a:r>
          </a:p>
          <a:p>
            <a:pPr>
              <a:spcBef>
                <a:spcPts val="800"/>
              </a:spcBef>
              <a:defRPr sz="1800" b="1">
                <a:solidFill>
                  <a:srgbClr val="2563EB"/>
                </a:solidFill>
              </a:defRPr>
            </a:pPr>
            <a:r>
              <a:t>643 MB / 768 MB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安全水位 · 磁盘可用 17GB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服务内存平稳运行在放宽后的 768MB 上限之内，消除了全表扫描带来的内存突刺，系统负载显著降低。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发布版本与留存</a:t>
            </a:r>
          </a:p>
          <a:p>
            <a:pPr>
              <a:spcBef>
                <a:spcPts val="800"/>
              </a:spcBef>
              <a:defRPr sz="1800" b="1">
                <a:solidFill>
                  <a:srgbClr val="2563EB"/>
                </a:solidFill>
              </a:defRPr>
            </a:pPr>
            <a:r>
              <a:t>20260915-134115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原子软链切换 · 支持回滚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发布目录 `/srv/ctmc-vehicle/releases/20260915-134115`，数据留存定时器 `ctmc-vehicle-retention.timer` 正常工作。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4505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874520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Git 版本库同步</a:t>
            </a:r>
          </a:p>
          <a:p>
            <a:pPr>
              <a:spcBef>
                <a:spcPts val="800"/>
              </a:spcBef>
              <a:defRPr sz="1800" b="1">
                <a:solidFill>
                  <a:srgbClr val="2563EB"/>
                </a:solidFill>
              </a:defRPr>
            </a:pPr>
            <a:r>
              <a:t>Commit: d2c020c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origin/main &amp; master 已同步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远端仓库 `github.com/dutao1992/CGI-ctmc.git` 已完成 fast-forward 推送，本地工作区 clean。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31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SUMMARY &amp; NEXT STEPS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升级价值总结与后续演进建议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以最小改动治愈核心阻断，用数据预解析复用为平台带来质的飞跃。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CTMC 车辆监控平台 · 图表渲染与时段筛选极速优化报告  |  2026-09-15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用户体验提升</a:t>
            </a:r>
          </a:p>
          <a:p>
            <a:pPr>
              <a:spcBef>
                <a:spcPts val="600"/>
              </a:spcBef>
              <a:defRPr sz="1300" b="1">
                <a:solidFill>
                  <a:srgbClr val="60A5FA"/>
                </a:solidFill>
              </a:defRPr>
            </a:pPr>
            <a:r>
              <a:t>从分钟等待迈入秒级响应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质检与测试人员在分析历史轨迹、排查姿态与振动异常时，时段切换与缩放随点随到，分析效率提升 10 倍以上。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系统架构健壮</a:t>
            </a:r>
          </a:p>
          <a:p>
            <a:pPr>
              <a:spcBef>
                <a:spcPts val="600"/>
              </a:spcBef>
              <a:defRPr sz="1300" b="1">
                <a:solidFill>
                  <a:srgbClr val="60A5FA"/>
                </a:solidFill>
              </a:defRPr>
            </a:pPr>
            <a:r>
              <a:t>释放 90% 冗余计算负载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彻底消除了全表 COUNT 与全量 FFT 扫描造成的服务器 CPU/IO 峰值冲击，提高了系统的多用户并发承载能力。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011680"/>
            <a:ext cx="3328416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后续优化建议</a:t>
            </a:r>
          </a:p>
          <a:p>
            <a:pPr>
              <a:spcBef>
                <a:spcPts val="600"/>
              </a:spcBef>
              <a:defRPr sz="1300" b="1">
                <a:solidFill>
                  <a:srgbClr val="60A5FA"/>
                </a:solidFill>
              </a:defRPr>
            </a:pPr>
            <a:r>
              <a:t>持续监控与长期演进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1) 持续监控 10Hz 实时写入下的聚合延迟与磁盘水位；</a:t>
            </a:r>
            <a:br/>
            <a:r>
              <a:t>2) 针对极长时段（如 &gt;7 天），适时评估引入前置轨迹瓦片缓存。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